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9"/>
  </p:notesMasterIdLst>
  <p:sldIdLst>
    <p:sldId id="256" r:id="rId2"/>
    <p:sldId id="257" r:id="rId3"/>
    <p:sldId id="259" r:id="rId4"/>
    <p:sldId id="270" r:id="rId5"/>
    <p:sldId id="271" r:id="rId6"/>
    <p:sldId id="261" r:id="rId7"/>
    <p:sldId id="260" r:id="rId8"/>
    <p:sldId id="272" r:id="rId9"/>
    <p:sldId id="262" r:id="rId10"/>
    <p:sldId id="264" r:id="rId11"/>
    <p:sldId id="263" r:id="rId12"/>
    <p:sldId id="265" r:id="rId13"/>
    <p:sldId id="267" r:id="rId14"/>
    <p:sldId id="269" r:id="rId15"/>
    <p:sldId id="268" r:id="rId16"/>
    <p:sldId id="273" r:id="rId17"/>
    <p:sldId id="274" r:id="rId1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9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51127-EA59-4A12-8645-06AFCAF0780C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6BE147-EDA5-4E8F-8AAB-463261503C7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251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6BE147-EDA5-4E8F-8AAB-463261503C78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1468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6BE147-EDA5-4E8F-8AAB-463261503C78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66751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6BE147-EDA5-4E8F-8AAB-463261503C78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194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6BE147-EDA5-4E8F-8AAB-463261503C78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8773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32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93139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75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187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8260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0021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7502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3746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6355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6692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5113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7293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1935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573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667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84858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2057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F1EFB65-A92E-48DA-B484-24D01233C200}" type="datetimeFigureOut">
              <a:rPr lang="es-PE" smtClean="0"/>
              <a:t>30/11/2025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E149EED-087B-423F-B234-F8DA0542B3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591915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okwi.com/projects/32096404503527483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 smtClean="0"/>
              <a:t>SISTEMA SENTINELA</a:t>
            </a:r>
            <a:endParaRPr lang="es-PE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MX" dirty="0" smtClean="0">
                <a:solidFill>
                  <a:srgbClr val="FF0000"/>
                </a:solidFill>
              </a:rPr>
              <a:t>Autores</a:t>
            </a:r>
            <a:r>
              <a:rPr lang="es-MX" dirty="0" smtClean="0"/>
              <a:t>: </a:t>
            </a:r>
          </a:p>
          <a:p>
            <a:r>
              <a:rPr lang="es-MX" dirty="0" smtClean="0">
                <a:solidFill>
                  <a:schemeClr val="tx1"/>
                </a:solidFill>
              </a:rPr>
              <a:t>Juan Piero Vincha Loza</a:t>
            </a:r>
            <a:endParaRPr lang="es-MX" dirty="0" smtClean="0">
              <a:solidFill>
                <a:schemeClr val="tx1"/>
              </a:solidFill>
            </a:endParaRPr>
          </a:p>
          <a:p>
            <a:r>
              <a:rPr lang="es-MX" dirty="0" smtClean="0">
                <a:solidFill>
                  <a:schemeClr val="tx1"/>
                </a:solidFill>
              </a:rPr>
              <a:t>Duilio Omar Flores Quispe</a:t>
            </a:r>
            <a:endParaRPr lang="es-MX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16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62" y="0"/>
            <a:ext cx="105418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1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54"/>
            <a:ext cx="12192000" cy="686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4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857248" y="3429000"/>
            <a:ext cx="3733801" cy="182880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 smtClean="0"/>
              <a:t>Funciona el siguiente driver</a:t>
            </a:r>
            <a:endParaRPr lang="es-PE" dirty="0" smtClean="0"/>
          </a:p>
          <a:p>
            <a:r>
              <a:rPr lang="es-PE" dirty="0" smtClean="0"/>
              <a:t>CP210xVCPInstaller_x64 </a:t>
            </a:r>
          </a:p>
          <a:p>
            <a:r>
              <a:rPr lang="es-MX" dirty="0" smtClean="0"/>
              <a:t>En mi laptop de juan </a:t>
            </a:r>
            <a:r>
              <a:rPr lang="es-MX" dirty="0" err="1" smtClean="0"/>
              <a:t>piero</a:t>
            </a:r>
            <a:r>
              <a:rPr lang="es-MX" dirty="0" smtClean="0"/>
              <a:t> y</a:t>
            </a:r>
            <a:endParaRPr lang="es-PE" dirty="0" smtClean="0"/>
          </a:p>
          <a:p>
            <a:r>
              <a:rPr lang="es-MX" dirty="0" smtClean="0"/>
              <a:t>el driver CH341SER en la pc de </a:t>
            </a:r>
            <a:r>
              <a:rPr lang="es-MX" dirty="0" err="1" smtClean="0"/>
              <a:t>duilio</a:t>
            </a:r>
            <a:endParaRPr lang="es-PE" dirty="0"/>
          </a:p>
        </p:txBody>
      </p:sp>
      <p:sp>
        <p:nvSpPr>
          <p:cNvPr id="8" name="Rectángulo 7"/>
          <p:cNvSpPr/>
          <p:nvPr/>
        </p:nvSpPr>
        <p:spPr>
          <a:xfrm>
            <a:off x="857248" y="1200150"/>
            <a:ext cx="3733801" cy="182880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/>
              <a:t>Para programar el esp32cam usamos Arduino IDE </a:t>
            </a:r>
            <a:r>
              <a:rPr lang="es-MX" dirty="0" smtClean="0"/>
              <a:t>2.3.4 con </a:t>
            </a:r>
            <a:r>
              <a:rPr lang="es-MX" dirty="0"/>
              <a:t>la librería oficial MQTT de </a:t>
            </a:r>
            <a:endParaRPr lang="es-MX" dirty="0" smtClean="0"/>
          </a:p>
          <a:p>
            <a:r>
              <a:rPr lang="es-MX" dirty="0" smtClean="0"/>
              <a:t>Joel </a:t>
            </a:r>
            <a:r>
              <a:rPr lang="es-MX" dirty="0" err="1"/>
              <a:t>Gaehwiler</a:t>
            </a:r>
            <a:r>
              <a:rPr lang="es-MX" dirty="0"/>
              <a:t> para la comunicación con </a:t>
            </a:r>
            <a:r>
              <a:rPr lang="es-MX" dirty="0" err="1"/>
              <a:t>IoT</a:t>
            </a:r>
            <a:r>
              <a:rPr lang="es-MX" dirty="0"/>
              <a:t> Core</a:t>
            </a:r>
            <a:endParaRPr lang="es-PE" dirty="0"/>
          </a:p>
        </p:txBody>
      </p:sp>
      <p:sp>
        <p:nvSpPr>
          <p:cNvPr id="9" name="Rectángulo 8"/>
          <p:cNvSpPr/>
          <p:nvPr/>
        </p:nvSpPr>
        <p:spPr>
          <a:xfrm>
            <a:off x="1471610" y="514352"/>
            <a:ext cx="2505075" cy="48577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Firmware o algo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5108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PRUEBAS CON LA CAMARA</a:t>
            </a:r>
            <a:br>
              <a:rPr lang="es-MX" dirty="0" smtClean="0"/>
            </a:br>
            <a:r>
              <a:rPr lang="es-MX" dirty="0" smtClean="0"/>
              <a:t>SIN FLASH VS CON FLASH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9250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375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1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11" y="2554337"/>
            <a:ext cx="1276528" cy="152421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212" y="4078550"/>
            <a:ext cx="1276528" cy="1562318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212" y="944387"/>
            <a:ext cx="1276528" cy="1609950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739" y="2554336"/>
            <a:ext cx="1373164" cy="1524213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5903" y="2554336"/>
            <a:ext cx="1795687" cy="1524213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738" y="944387"/>
            <a:ext cx="1665019" cy="1609948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2073780" y="2185003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AWS IOT CORE</a:t>
            </a:r>
            <a:endParaRPr lang="es-PE" dirty="0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4913" y="1034886"/>
            <a:ext cx="1298328" cy="1428949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0999" y="4169050"/>
            <a:ext cx="1576758" cy="1564992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913" y="4169050"/>
            <a:ext cx="1471818" cy="1471818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5391150" y="4724400"/>
            <a:ext cx="177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PERMISOS IAM</a:t>
            </a:r>
            <a:endParaRPr lang="es-PE" dirty="0"/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012" y="1347787"/>
            <a:ext cx="3495675" cy="1304925"/>
          </a:xfrm>
          <a:prstGeom prst="rect">
            <a:avLst/>
          </a:prstGeom>
        </p:spPr>
      </p:pic>
      <p:sp>
        <p:nvSpPr>
          <p:cNvPr id="24" name="CuadroTexto 23"/>
          <p:cNvSpPr txBox="1"/>
          <p:nvPr/>
        </p:nvSpPr>
        <p:spPr>
          <a:xfrm>
            <a:off x="7458075" y="2808610"/>
            <a:ext cx="30575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 smtClean="0"/>
              <a:t>SERVICIOS DE AMAZON USADOS COMO NUBE DEL SISTEMA</a:t>
            </a:r>
            <a:endParaRPr lang="es-PE" sz="2000" b="1" dirty="0"/>
          </a:p>
        </p:txBody>
      </p:sp>
    </p:spTree>
    <p:extLst>
      <p:ext uri="{BB962C8B-B14F-4D97-AF65-F5344CB8AC3E}">
        <p14:creationId xmlns:p14="http://schemas.microsoft.com/office/powerpoint/2010/main" val="258404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86896" cy="68580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897" y="0"/>
            <a:ext cx="9105104" cy="312530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896" y="3125305"/>
            <a:ext cx="9105106" cy="373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1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52008" cy="373878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38784"/>
            <a:ext cx="12192000" cy="311921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926" y="0"/>
            <a:ext cx="7034074" cy="273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50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>
                <a:hlinkClick r:id="rId2"/>
              </a:rPr>
              <a:t>https://</a:t>
            </a:r>
            <a:r>
              <a:rPr lang="es-PE" dirty="0" smtClean="0">
                <a:hlinkClick r:id="rId2"/>
              </a:rPr>
              <a:t>wokwi.com/projects/320964045035274834</a:t>
            </a:r>
            <a:r>
              <a:rPr lang="es-PE" dirty="0" smtClean="0"/>
              <a:t> (simulación </a:t>
            </a:r>
            <a:r>
              <a:rPr lang="es-PE" dirty="0" err="1" smtClean="0"/>
              <a:t>sta</a:t>
            </a:r>
            <a:r>
              <a:rPr lang="es-PE" dirty="0" smtClean="0"/>
              <a:t>)</a:t>
            </a:r>
            <a:br>
              <a:rPr lang="es-PE" dirty="0" smtClean="0"/>
            </a:b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03172" cy="448733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173" y="0"/>
            <a:ext cx="2524124" cy="448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73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54488" cy="373586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41181"/>
            <a:ext cx="9938208" cy="251681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137" y="3466730"/>
            <a:ext cx="5089864" cy="339506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488" y="0"/>
            <a:ext cx="6237512" cy="3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40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236093" cy="4487332"/>
          </a:xfrm>
          <a:prstGeom prst="rect">
            <a:avLst/>
          </a:prstGeom>
        </p:spPr>
      </p:pic>
      <p:pic>
        <p:nvPicPr>
          <p:cNvPr id="5" name="Imagen 4" descr="C:\Users\Estudiante\AppData\Local\Microsoft\Windows\INetCache\Content.Word\DIAGRAMA DE ARQUITECTURA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4427855" y="0"/>
            <a:ext cx="7764145" cy="465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63912"/>
            <a:ext cx="9421396" cy="359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3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31278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8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3216" y="0"/>
            <a:ext cx="4268784" cy="6589450"/>
          </a:xfr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276" y="0"/>
            <a:ext cx="8197492" cy="440615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331" y="4003829"/>
            <a:ext cx="6268670" cy="285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2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287"/>
            <a:ext cx="12168749" cy="655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8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4687" y="685800"/>
            <a:ext cx="8534400" cy="3615267"/>
          </a:xfrm>
        </p:spPr>
        <p:txBody>
          <a:bodyPr>
            <a:normAutofit fontScale="70000" lnSpcReduction="20000"/>
          </a:bodyPr>
          <a:lstStyle/>
          <a:p>
            <a:r>
              <a:rPr lang="es-MX" dirty="0" smtClean="0"/>
              <a:t>TECNOLOGIAS : </a:t>
            </a:r>
          </a:p>
          <a:p>
            <a:endParaRPr lang="es-MX" dirty="0" smtClean="0"/>
          </a:p>
          <a:p>
            <a:r>
              <a:rPr lang="es-MX" dirty="0" smtClean="0">
                <a:solidFill>
                  <a:schemeClr val="tx1"/>
                </a:solidFill>
              </a:rPr>
              <a:t>ANDROID STUDIO API 26.0 (8.0)</a:t>
            </a:r>
          </a:p>
          <a:p>
            <a:r>
              <a:rPr lang="es-MX" dirty="0" smtClean="0">
                <a:solidFill>
                  <a:schemeClr val="tx1"/>
                </a:solidFill>
              </a:rPr>
              <a:t>KOTLIN ULTIMA VERSION </a:t>
            </a:r>
            <a:r>
              <a:rPr lang="es-PE" dirty="0"/>
              <a:t>2.2.21</a:t>
            </a:r>
            <a:endParaRPr lang="es-MX" dirty="0">
              <a:solidFill>
                <a:schemeClr val="tx1"/>
              </a:solidFill>
            </a:endParaRPr>
          </a:p>
          <a:p>
            <a:r>
              <a:rPr lang="es-MX" dirty="0" smtClean="0">
                <a:solidFill>
                  <a:schemeClr val="tx1"/>
                </a:solidFill>
              </a:rPr>
              <a:t>SDK FOR AMPLIFY</a:t>
            </a:r>
          </a:p>
          <a:p>
            <a:r>
              <a:rPr lang="es-MX" dirty="0" smtClean="0">
                <a:solidFill>
                  <a:schemeClr val="tx1"/>
                </a:solidFill>
              </a:rPr>
              <a:t>AMAZON WEB SERVICES</a:t>
            </a:r>
            <a:endParaRPr lang="es-MX" dirty="0" smtClean="0">
              <a:solidFill>
                <a:schemeClr val="tx1"/>
              </a:solidFill>
            </a:endParaRPr>
          </a:p>
          <a:p>
            <a:r>
              <a:rPr lang="es-MX" dirty="0" smtClean="0">
                <a:solidFill>
                  <a:schemeClr val="tx1"/>
                </a:solidFill>
              </a:rPr>
              <a:t>COMPONENTES DEL HARDWARE MAS IMPORTANTES : </a:t>
            </a:r>
          </a:p>
          <a:p>
            <a:r>
              <a:rPr lang="es-MX" dirty="0" smtClean="0">
                <a:solidFill>
                  <a:schemeClr val="tx1"/>
                </a:solidFill>
              </a:rPr>
              <a:t>ESP32CAM </a:t>
            </a:r>
            <a:r>
              <a:rPr lang="es-MX" dirty="0" smtClean="0">
                <a:solidFill>
                  <a:schemeClr val="tx1"/>
                </a:solidFill>
              </a:rPr>
              <a:t>Y SENSOR PIR </a:t>
            </a:r>
          </a:p>
          <a:p>
            <a:r>
              <a:rPr lang="es-PE" dirty="0"/>
              <a:t>2.2.21</a:t>
            </a:r>
            <a:r>
              <a:rPr lang="es-MX" dirty="0" smtClean="0">
                <a:solidFill>
                  <a:schemeClr val="tx1"/>
                </a:solidFill>
              </a:rPr>
              <a:t>ARDUINO IDE 2.3.4 </a:t>
            </a:r>
            <a:r>
              <a:rPr lang="es-MX" dirty="0" smtClean="0">
                <a:solidFill>
                  <a:schemeClr val="tx1"/>
                </a:solidFill>
              </a:rPr>
              <a:t>(C</a:t>
            </a:r>
            <a:r>
              <a:rPr lang="es-MX" dirty="0" smtClean="0">
                <a:solidFill>
                  <a:schemeClr val="tx1"/>
                </a:solidFill>
              </a:rPr>
              <a:t>++)</a:t>
            </a:r>
          </a:p>
          <a:p>
            <a:r>
              <a:rPr lang="es-MX" dirty="0" smtClean="0">
                <a:solidFill>
                  <a:schemeClr val="tx1"/>
                </a:solidFill>
              </a:rPr>
              <a:t>PYTHON EN LAMBDA</a:t>
            </a:r>
            <a:endParaRPr lang="es-MX" dirty="0" smtClean="0">
              <a:solidFill>
                <a:schemeClr val="tx1"/>
              </a:solidFill>
            </a:endParaRPr>
          </a:p>
          <a:p>
            <a:r>
              <a:rPr lang="es-MX" dirty="0" smtClean="0">
                <a:solidFill>
                  <a:schemeClr val="tx1"/>
                </a:solidFill>
              </a:rPr>
              <a:t>TYPESCRIPT PARA AMPLIFY</a:t>
            </a:r>
            <a:endParaRPr lang="es-MX" dirty="0" smtClean="0">
              <a:solidFill>
                <a:schemeClr val="tx1"/>
              </a:solidFill>
            </a:endParaRPr>
          </a:p>
          <a:p>
            <a:r>
              <a:rPr lang="es-MX" dirty="0" smtClean="0">
                <a:solidFill>
                  <a:schemeClr val="tx1"/>
                </a:solidFill>
              </a:rPr>
              <a:t>GITHUB PARA EL CONTROL DE VERSIONES</a:t>
            </a:r>
          </a:p>
        </p:txBody>
      </p:sp>
    </p:spTree>
    <p:extLst>
      <p:ext uri="{BB962C8B-B14F-4D97-AF65-F5344CB8AC3E}">
        <p14:creationId xmlns:p14="http://schemas.microsoft.com/office/powerpoint/2010/main" val="310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</TotalTime>
  <Words>133</Words>
  <Application>Microsoft Office PowerPoint</Application>
  <PresentationFormat>Panorámica</PresentationFormat>
  <Paragraphs>32</Paragraphs>
  <Slides>17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Calibri</vt:lpstr>
      <vt:lpstr>Century Gothic</vt:lpstr>
      <vt:lpstr>Wingdings 3</vt:lpstr>
      <vt:lpstr>Sector</vt:lpstr>
      <vt:lpstr>SISTEMA SENTINELA</vt:lpstr>
      <vt:lpstr>Presentación de PowerPoint</vt:lpstr>
      <vt:lpstr>Presentación de PowerPoint</vt:lpstr>
      <vt:lpstr>Presentación de PowerPoint</vt:lpstr>
      <vt:lpstr>PRUEBAS CON LA CAMARA SIN FLASH VS CON FLASH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https://wokwi.com/projects/320964045035274834 (simulación sta)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SENTINELA</dc:title>
  <dc:creator>Estudiante</dc:creator>
  <cp:lastModifiedBy>Estudiante</cp:lastModifiedBy>
  <cp:revision>17</cp:revision>
  <dcterms:created xsi:type="dcterms:W3CDTF">2025-11-15T21:10:54Z</dcterms:created>
  <dcterms:modified xsi:type="dcterms:W3CDTF">2025-11-30T14:22:54Z</dcterms:modified>
</cp:coreProperties>
</file>
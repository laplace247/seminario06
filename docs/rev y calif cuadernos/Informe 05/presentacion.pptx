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C1F8F-2827-4AD5-8FDB-4E4E279A480F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5E47F-50F5-4FED-92EF-0779B53C29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40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5E47F-50F5-4FED-92EF-0779B53C29E4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0793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5E47F-50F5-4FED-92EF-0779B53C29E4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42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9308E-6C0D-7408-2D71-037F23837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DF9B71-9BB1-9B33-9217-19FE78382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E3FAAD-F4EC-7ECC-9F69-9D5FD217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7F78A-D742-3C4B-6318-5F108BF6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5DF8FF-9385-01D6-371F-36437684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834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1E3D6-4154-EA97-48EF-27E8E685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6FC4F-40F0-BA4A-EA18-BA260D078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048036-2167-5669-C14A-37672490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0A7701-09E4-901A-1936-55945438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4A0EE2-08C6-1924-0E15-B987323B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271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F43ED-6385-A900-B4A4-BBD54F75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1EF3F0-DE09-6CE1-49E1-EB0FB536C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98F1E0-DE7A-FC5F-D237-4F292AFB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A3B765-F266-1113-3FA3-FFAB079B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3409A4-86FA-FF0E-725A-C3563651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932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FE204-E265-7A30-08E7-820BD335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7F7C8B-2221-13CB-EE58-CE10C7247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5963B-75BE-77A1-F3B9-18ADB5561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1CAD22-5E30-4C4B-B876-D7F0E420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1CED48-3131-07F5-236D-9D25F2B9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056B02-96D9-81D8-331B-ADE97B80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1648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5DE68-C4CD-736B-63CD-08B689B2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21104E-654F-0D31-E4EC-573F22260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07101E-17B9-F5F1-C149-31A8AC40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2C253C-0742-50BB-280A-B538A7905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719F86-6D91-7321-CD4B-36587474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68CA48-D5FD-4471-2FE5-03ACA68B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370241-AC8A-FD7C-A847-C9385F56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E3661F-C66F-434E-CB0F-9E4D3C00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596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74616-0509-C200-B27E-475744C0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8E59B8-5FE7-785A-7EA6-24AEBB04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170842-FD4C-5EDC-D5F6-B5BB35E5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7C4952-86DB-8E43-C5B5-15C96B06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586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F5D8BF9-F355-8508-4BD7-B5872A7C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887B97-6280-0BF1-371E-DA932E9C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EDA0F3-2201-771D-27B1-4AF336E8F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8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2200D-5F4B-0CAE-F914-A963D07E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20DF0-69ED-18D3-316B-7B7716BCF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6D7FC0-7978-319A-8037-B159AA258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162E99-18DD-9D9C-68FB-B9FE57A7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BD44D0-1B75-3FED-7A76-B735A179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E3D032-A51E-40AD-091E-EE6C7837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885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D178D-68B0-73BF-75D9-D1062AB2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4D9D65-5C1B-800B-4BD6-5E7F80B75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4DF783-2320-2AE1-A806-D16001358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16C0F3-8C25-7A61-5A0F-97F663F5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8CDBB6-6339-4F14-604D-27F4BF99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5BD737-A996-181F-3C46-4C64319C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187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8CB65-FD74-1FC5-6280-57CE1960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56641E-527E-2E76-1F48-751E00A0E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68E95-D559-0611-8C6A-6548FF9A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27B704-4A5D-53CA-33E8-EB2C9622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3E9FA3-D1BA-BC96-4E8D-3D70D7FB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5536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16818E-BEB1-0AB8-7340-67F89DAD2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FA9D6F-D2F2-CA22-9704-BCE1F60B0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FC43FD-8563-E867-39BD-C7FE720B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87EA85-6748-C2F9-81E8-412B96D0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FECA72-D3B5-7D5F-8E14-7FE3C0F4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411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F87B6D-DB29-5ABB-B8CC-638C3B60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CCFED-26DE-AF6F-50FF-6242360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4A1719-82D3-7043-C5BB-151B879E3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0087F-09A0-4F65-8443-DFDE6135EABC}" type="datetimeFigureOut">
              <a:rPr lang="es-PE" smtClean="0"/>
              <a:t>14/12/2025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55B8F3-5B0F-F0E9-0756-430133145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497DBC-75B7-FAF8-7B48-C686211AE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BC3C6-0D21-4B3F-811C-2AC8B2DA9A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546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EC8040-95FC-A97A-0FB6-055D5952B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s-ES" dirty="0"/>
              <a:t>SENTINELA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59B7C0-643E-9989-D645-E4284F9BD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s-ES" dirty="0"/>
              <a:t>Nombre: Juan Piero Vincha Loza</a:t>
            </a:r>
          </a:p>
          <a:p>
            <a:r>
              <a:rPr lang="es-ES" dirty="0"/>
              <a:t>Duilio Omar Flores Quispe</a:t>
            </a:r>
            <a:endParaRPr lang="es-PE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1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4" descr="Vista en ángulo fuerte de las olas hacia la costa">
            <a:extLst>
              <a:ext uri="{FF2B5EF4-FFF2-40B4-BE49-F238E27FC236}">
                <a16:creationId xmlns:a16="http://schemas.microsoft.com/office/drawing/2014/main" id="{B2EA3600-CE9E-A357-279E-E533F893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33" b="9398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36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sta en ángulo fuerte de las olas hacia la costa">
            <a:extLst>
              <a:ext uri="{FF2B5EF4-FFF2-40B4-BE49-F238E27FC236}">
                <a16:creationId xmlns:a16="http://schemas.microsoft.com/office/drawing/2014/main" id="{B2EA3600-CE9E-A357-279E-E533F893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33" b="9398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5B9D51-CD01-E13C-AA68-29574022E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5200">
                <a:solidFill>
                  <a:srgbClr val="FFFFFF"/>
                </a:solidFill>
              </a:rPr>
              <a:t>Flujo de sesión</a:t>
            </a:r>
            <a:endParaRPr lang="es-PE" sz="5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BAA2E8-3386-5575-FC9A-A07B5F98C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Primer flujo de la aplicacion</a:t>
            </a:r>
            <a:endParaRPr lang="es-P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31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79932E7-450E-3983-BC61-BBD89FB89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7"/>
          <a:stretch>
            <a:fillRect/>
          </a:stretch>
        </p:blipFill>
        <p:spPr>
          <a:xfrm>
            <a:off x="-19349" y="0"/>
            <a:ext cx="3025302" cy="6894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041A41-8DE0-5585-6992-D3982F534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5587" y="0"/>
            <a:ext cx="3162138" cy="694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217C6D-EE86-BBCD-3622-2696EE960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0"/>
            <a:ext cx="314177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AFE677-E444-9E94-9E93-567D85EFB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37772" y="0"/>
            <a:ext cx="318148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36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A03B7-4CA8-98E0-64CC-BE4B7F7F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Molécula circular">
            <a:extLst>
              <a:ext uri="{FF2B5EF4-FFF2-40B4-BE49-F238E27FC236}">
                <a16:creationId xmlns:a16="http://schemas.microsoft.com/office/drawing/2014/main" id="{E8A91D65-8F81-61F1-53DD-DD7DA58DC46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23B557-D463-6A54-B4B1-715DE049F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5200">
                <a:solidFill>
                  <a:srgbClr val="FFFFFF"/>
                </a:solidFill>
              </a:rPr>
              <a:t>Flujo de vinculación</a:t>
            </a:r>
            <a:endParaRPr lang="es-PE" sz="5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3FE6C7-50C8-F7B0-B2CD-DF38E4277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segundo flujo de la aplicación</a:t>
            </a:r>
            <a:endParaRPr lang="es-P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64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CD0BE04-62A5-2B57-4A39-1499EFAC3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0" y="0"/>
            <a:ext cx="6858000" cy="6858000"/>
          </a:xfrm>
          <a:prstGeom prst="rect">
            <a:avLst/>
          </a:prstGeom>
        </p:spPr>
      </p:pic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41AC979-D823-2A36-9A4E-13A250AE9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885" y="0"/>
            <a:ext cx="6169115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5860D77-88BC-576B-6C8C-6A7DE59611F7}"/>
              </a:ext>
            </a:extLst>
          </p:cNvPr>
          <p:cNvSpPr txBox="1"/>
          <p:nvPr/>
        </p:nvSpPr>
        <p:spPr>
          <a:xfrm>
            <a:off x="1294049" y="4663777"/>
            <a:ext cx="29958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El dispositivo entra en modo AP crea una red local para que el usuario se conecte y desde la aplicación e ingrese las credenciales del wifi, guardándolas en la memoria flash.</a:t>
            </a:r>
            <a:endParaRPr lang="es-PE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DFE352-44BD-D06B-2F3F-F5A104360A73}"/>
              </a:ext>
            </a:extLst>
          </p:cNvPr>
          <p:cNvSpPr txBox="1"/>
          <p:nvPr/>
        </p:nvSpPr>
        <p:spPr>
          <a:xfrm>
            <a:off x="1544903" y="1639391"/>
            <a:ext cx="2293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ACCESS POINT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248492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313F6C0-09CF-4D9A-084F-6A0750E1C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04560" cy="6004560"/>
          </a:xfrm>
          <a:prstGeom prst="rect">
            <a:avLst/>
          </a:prstGeom>
        </p:spPr>
      </p:pic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89D8F2C-7097-38A2-6EC6-CE5620184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720" y="680720"/>
            <a:ext cx="6177280" cy="617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9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971C9-3027-8182-6ADC-1F8251C6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4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31" name="Picture 20" descr="Alfileres e hilos formando un heptágono">
            <a:extLst>
              <a:ext uri="{FF2B5EF4-FFF2-40B4-BE49-F238E27FC236}">
                <a16:creationId xmlns:a16="http://schemas.microsoft.com/office/drawing/2014/main" id="{F801151E-6467-FE41-508D-82747C3D5A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9579" b="6151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12C12E-702A-F3B2-AECF-1122428FF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s-ES" sz="5200" dirty="0">
                <a:solidFill>
                  <a:srgbClr val="FFFFFF"/>
                </a:solidFill>
              </a:rPr>
              <a:t>Flujo de notificaciones</a:t>
            </a:r>
            <a:endParaRPr lang="es-PE" sz="52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00AEDE-95BE-CF0F-9F52-E624B9C31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tercer flujo de la aplicación</a:t>
            </a:r>
            <a:endParaRPr lang="es-P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89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4670F1BF-6490-F94F-213F-AD71232A1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69306" cy="6169306"/>
          </a:xfrm>
          <a:prstGeom prst="rect">
            <a:avLst/>
          </a:prstGeom>
        </p:spPr>
      </p:pic>
      <p:pic>
        <p:nvPicPr>
          <p:cNvPr id="14" name="Imagen 1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C20A5F3-89CA-A963-476C-FB207008C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514" y="557514"/>
            <a:ext cx="6300485" cy="630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2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533DE0F5-EDEF-46E6-9F48-D93370AA3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60" y="0"/>
            <a:ext cx="11409680" cy="6845808"/>
          </a:xfrm>
        </p:spPr>
      </p:pic>
    </p:spTree>
    <p:extLst>
      <p:ext uri="{BB962C8B-B14F-4D97-AF65-F5344CB8AC3E}">
        <p14:creationId xmlns:p14="http://schemas.microsoft.com/office/powerpoint/2010/main" val="423164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, Carta&#10;&#10;El contenido generado por IA puede ser incorrecto.">
            <a:extLst>
              <a:ext uri="{FF2B5EF4-FFF2-40B4-BE49-F238E27FC236}">
                <a16:creationId xmlns:a16="http://schemas.microsoft.com/office/drawing/2014/main" id="{6FD81782-6689-0076-9D19-EC8F81BD5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0"/>
            <a:ext cx="3857625" cy="6858000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4687" y="685800"/>
            <a:ext cx="8534400" cy="3615267"/>
          </a:xfrm>
        </p:spPr>
        <p:txBody>
          <a:bodyPr>
            <a:normAutofit fontScale="47500" lnSpcReduction="20000"/>
          </a:bodyPr>
          <a:lstStyle/>
          <a:p>
            <a:r>
              <a:rPr lang="es-MX" dirty="0" smtClean="0"/>
              <a:t>TECNOLOGIAS : </a:t>
            </a:r>
          </a:p>
          <a:p>
            <a:endParaRPr lang="es-MX" dirty="0" smtClean="0"/>
          </a:p>
          <a:p>
            <a:r>
              <a:rPr lang="es-MX" dirty="0" smtClean="0">
                <a:solidFill>
                  <a:schemeClr val="tx1"/>
                </a:solidFill>
              </a:rPr>
              <a:t>ANDROID STUDIO API 26.0 (8.0)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KOTLIN ULTIMA VERSION </a:t>
            </a:r>
            <a:r>
              <a:rPr lang="es-PE" dirty="0"/>
              <a:t>2.2.21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SDK FOR AMPLIFY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AMAZON WEB SERVICES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COMPONENTES DEL HARDWARE MAS IMPORTANTES : 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/>
              <a:t>SQLITE3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/>
                </a:solidFill>
              </a:rPr>
              <a:t>ESP32CAM Y SENSOR PIR </a:t>
            </a:r>
          </a:p>
          <a:p>
            <a:r>
              <a:rPr lang="es-PE" dirty="0"/>
              <a:t>2.2.21</a:t>
            </a:r>
            <a:r>
              <a:rPr lang="es-MX" dirty="0" smtClean="0">
                <a:solidFill>
                  <a:schemeClr val="tx1"/>
                </a:solidFill>
              </a:rPr>
              <a:t>ARDUINO IDE 2.3.4 (C++)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PYTHON EN LAMBDA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TYPESCRIPT PARA AMPLIFY</a:t>
            </a:r>
          </a:p>
          <a:p>
            <a:r>
              <a:rPr lang="es-MX" dirty="0" smtClean="0">
                <a:solidFill>
                  <a:schemeClr val="tx1"/>
                </a:solidFill>
              </a:rPr>
              <a:t>GITHUB PARA EL CONTROL DE VERSIONES</a:t>
            </a:r>
          </a:p>
        </p:txBody>
      </p:sp>
    </p:spTree>
    <p:extLst>
      <p:ext uri="{BB962C8B-B14F-4D97-AF65-F5344CB8AC3E}">
        <p14:creationId xmlns:p14="http://schemas.microsoft.com/office/powerpoint/2010/main" val="1955018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121</Words>
  <Application>Microsoft Office PowerPoint</Application>
  <PresentationFormat>Panorámica</PresentationFormat>
  <Paragraphs>26</Paragraphs>
  <Slides>10</Slides>
  <Notes>2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SENTINELA</vt:lpstr>
      <vt:lpstr>Flujo de sesión</vt:lpstr>
      <vt:lpstr>Presentación de PowerPoint</vt:lpstr>
      <vt:lpstr>Flujo de vinculación</vt:lpstr>
      <vt:lpstr>Presentación de PowerPoint</vt:lpstr>
      <vt:lpstr>Presentación de PowerPoint</vt:lpstr>
      <vt:lpstr>Flujo de notificaciones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SENTINELA</dc:title>
  <dc:creator>VINCHA LOZA, JUAN PIERO</dc:creator>
  <cp:lastModifiedBy>Estudiante</cp:lastModifiedBy>
  <cp:revision>5</cp:revision>
  <dcterms:created xsi:type="dcterms:W3CDTF">2025-12-14T04:04:49Z</dcterms:created>
  <dcterms:modified xsi:type="dcterms:W3CDTF">2025-12-14T16:36:44Z</dcterms:modified>
</cp:coreProperties>
</file>
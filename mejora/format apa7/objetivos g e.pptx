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8" autoAdjust="0"/>
    <p:restoredTop sz="94660"/>
  </p:normalViewPr>
  <p:slideViewPr>
    <p:cSldViewPr snapToGrid="0">
      <p:cViewPr>
        <p:scale>
          <a:sx n="125" d="100"/>
          <a:sy n="125" d="100"/>
        </p:scale>
        <p:origin x="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B354B-313A-8100-1165-37E374C16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F9BC5B-BD1D-7761-EFF3-E5D86D10C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5A6E63-F4C1-7516-FF1F-70F553C1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BC7A-3B5D-4AF9-BA47-EED4BEEC4D11}" type="datetimeFigureOut">
              <a:rPr lang="es-PE" smtClean="0"/>
              <a:t>4/09/2025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F02F4E-A5C9-3377-D346-8A454C7A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63C28A-C412-B55E-D01B-F6A5C2779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A31E-C2AB-47B6-91EF-F9F2176387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6869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FE1C5-3243-8FB5-3613-42234D97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E8E514-5346-97CB-CD1F-26F9DA436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D568E8-DAF5-2139-DA1D-9BE7DB74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BC7A-3B5D-4AF9-BA47-EED4BEEC4D11}" type="datetimeFigureOut">
              <a:rPr lang="es-PE" smtClean="0"/>
              <a:t>4/09/2025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F47E79-74CB-349A-81B8-932DC74DC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7AB34-F051-7709-AED8-A519E3684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A31E-C2AB-47B6-91EF-F9F2176387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2327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E4BFE-6F6A-3EDE-A4F7-03571372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822861-BF7B-49FB-0F83-99611C0C2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C0921D-115A-99C2-265E-FF7DAABEC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BC7A-3B5D-4AF9-BA47-EED4BEEC4D11}" type="datetimeFigureOut">
              <a:rPr lang="es-PE" smtClean="0"/>
              <a:t>4/09/2025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37ABFD-45C4-D2E0-A51F-0E73A6A6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7D5519-B804-B858-622F-7DE8BC8CE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A31E-C2AB-47B6-91EF-F9F2176387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327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A4ECE-AB89-8AF5-AC97-4244311B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A76BC1-16D3-6DCA-54DE-5480E1E2D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4FF96A-C4DA-1D48-BBC5-C0CA3A013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82BD85-2826-2B46-DB61-4133E100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BC7A-3B5D-4AF9-BA47-EED4BEEC4D11}" type="datetimeFigureOut">
              <a:rPr lang="es-PE" smtClean="0"/>
              <a:t>4/09/2025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4C0F72-A689-B529-F1F9-486FAD1D8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6608CC-8664-D7C6-D681-0218881A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A31E-C2AB-47B6-91EF-F9F2176387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439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6C2CF-82AA-8BD4-AF50-C8ABB1048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037BFA-8414-A7E4-FF31-70C45248F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098B39-2DC4-1664-E87B-321E9C2BD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7B591B-9815-8613-C812-62CB88F86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2853941-5E2A-B0CF-5C44-BF6B07B78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E3A09F-5401-F594-3FC6-09B11F776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BC7A-3B5D-4AF9-BA47-EED4BEEC4D11}" type="datetimeFigureOut">
              <a:rPr lang="es-PE" smtClean="0"/>
              <a:t>4/09/2025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4E13549-9F08-9A15-2EF0-BFF4A734A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54D209-1235-CB3F-2891-24F124E2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A31E-C2AB-47B6-91EF-F9F2176387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3538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13A33-1EEE-273B-70DC-EB0436E9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DD6F125-B744-90DF-7BD6-5C342B426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BC7A-3B5D-4AF9-BA47-EED4BEEC4D11}" type="datetimeFigureOut">
              <a:rPr lang="es-PE" smtClean="0"/>
              <a:t>4/09/2025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68FE211-F795-B63D-6828-4DB5ED751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8B8915E-147E-8F4A-76D7-82390F19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A31E-C2AB-47B6-91EF-F9F2176387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57954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C9A1C5A-D2B4-3CD2-B709-12A66F68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BC7A-3B5D-4AF9-BA47-EED4BEEC4D11}" type="datetimeFigureOut">
              <a:rPr lang="es-PE" smtClean="0"/>
              <a:t>4/09/2025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78A9AD5-8C6F-F167-0158-8D7B74C11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228942-CC4E-46DC-9807-C146BA6BE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A31E-C2AB-47B6-91EF-F9F2176387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065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6CB41-A93B-EDDC-5169-D7EF71FA3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1BAD61-6E33-48D3-93B9-F8E29280E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649D0D-86C4-E470-BEC5-11EDC1ABD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757DC2-D4F2-B998-BC55-663BA59D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BC7A-3B5D-4AF9-BA47-EED4BEEC4D11}" type="datetimeFigureOut">
              <a:rPr lang="es-PE" smtClean="0"/>
              <a:t>4/09/2025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398FC4-B0C2-66E0-AC4F-EC4562F00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F82D94-9EF3-0319-2832-979160F11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A31E-C2AB-47B6-91EF-F9F2176387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946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AE94F-0007-A105-11EE-C822CEE3E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877A89-E507-8E73-32C5-3D5DCFC04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37BB79-5148-EC59-D311-F5064957D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144344-EDD1-B431-9194-A18D28614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BC7A-3B5D-4AF9-BA47-EED4BEEC4D11}" type="datetimeFigureOut">
              <a:rPr lang="es-PE" smtClean="0"/>
              <a:t>4/09/2025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CC6419-D8CB-3A6F-521F-CB26D836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CFB380-1598-F72F-D6B8-8CE965D8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A31E-C2AB-47B6-91EF-F9F2176387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8026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A6B0F-198D-738A-0EC4-7D4D63CD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ED9616-E89D-2F02-CA14-B66CB27CB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1A39AA-BDAE-5540-6C9F-8909FDC79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BC7A-3B5D-4AF9-BA47-EED4BEEC4D11}" type="datetimeFigureOut">
              <a:rPr lang="es-PE" smtClean="0"/>
              <a:t>4/09/2025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3FF80D-102F-7B27-5D1C-59F69446A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E24982-F5E5-EF4A-1460-C730465FF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A31E-C2AB-47B6-91EF-F9F2176387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1990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E8F546-3B12-2AC3-C253-3259B3005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4560D35-7CA8-9358-0D88-AC2719BE8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29243-3E35-C5BB-8B46-7488D9350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BC7A-3B5D-4AF9-BA47-EED4BEEC4D11}" type="datetimeFigureOut">
              <a:rPr lang="es-PE" smtClean="0"/>
              <a:t>4/09/2025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88604D-E11A-C206-09D4-B4C40604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82AA4C-585C-79B3-F2AB-0C255BD7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A31E-C2AB-47B6-91EF-F9F2176387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503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FE012DF-21AF-A6B3-441A-1F478C50A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743989-06BA-34AD-2C74-EAD56DAA1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B3D6B5-A6BB-7D1F-4527-E124701AE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9BC7A-3B5D-4AF9-BA47-EED4BEEC4D11}" type="datetimeFigureOut">
              <a:rPr lang="es-PE" smtClean="0"/>
              <a:t>4/09/2025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101AB5-0020-BAE2-4F76-C3DAF99B7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67653E-5562-7972-613F-C8042B068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0A31E-C2AB-47B6-91EF-F9F2176387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699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CD1B331-2E28-073D-23DD-35CD3511816C}"/>
              </a:ext>
            </a:extLst>
          </p:cNvPr>
          <p:cNvSpPr txBox="1"/>
          <p:nvPr/>
        </p:nvSpPr>
        <p:spPr>
          <a:xfrm>
            <a:off x="813816" y="650111"/>
            <a:ext cx="10890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/>
              <a:t>OBJETIVO  -------- &gt;&gt;&gt;&gt; QUE VOY A LOGRAR ???</a:t>
            </a:r>
            <a:endParaRPr lang="es-PE" sz="4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77EE287-4C90-87DD-850B-23BB2F12B2ED}"/>
              </a:ext>
            </a:extLst>
          </p:cNvPr>
          <p:cNvSpPr txBox="1"/>
          <p:nvPr/>
        </p:nvSpPr>
        <p:spPr>
          <a:xfrm>
            <a:off x="612648" y="1764792"/>
            <a:ext cx="106070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CON QUE ….. </a:t>
            </a:r>
            <a:r>
              <a:rPr lang="es-ES" sz="2400" dirty="0">
                <a:solidFill>
                  <a:schemeClr val="accent5"/>
                </a:solidFill>
              </a:rPr>
              <a:t>APLICACIÓN DE ESCRITORIO, Y DIGITALIZACION</a:t>
            </a:r>
          </a:p>
          <a:p>
            <a:endParaRPr lang="es-ES" sz="2400" dirty="0"/>
          </a:p>
          <a:p>
            <a:r>
              <a:rPr lang="es-ES" sz="2400" dirty="0"/>
              <a:t>COMO ?? A TRAVES DE …….. </a:t>
            </a:r>
            <a:r>
              <a:rPr lang="es-ES" sz="2400" b="1" dirty="0">
                <a:solidFill>
                  <a:srgbClr val="00B050"/>
                </a:solidFill>
              </a:rPr>
              <a:t>CON BASE DE DATOS </a:t>
            </a:r>
          </a:p>
          <a:p>
            <a:endParaRPr lang="es-ES" sz="2400" dirty="0"/>
          </a:p>
          <a:p>
            <a:endParaRPr lang="es-ES" sz="2400" dirty="0"/>
          </a:p>
          <a:p>
            <a:r>
              <a:rPr lang="es-ES" sz="2400" dirty="0"/>
              <a:t>A QUIEN / PARA QUIEN???........ </a:t>
            </a:r>
            <a:r>
              <a:rPr lang="es-E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EMPRESA CHURRUMINOS SAC</a:t>
            </a:r>
          </a:p>
          <a:p>
            <a:endParaRPr lang="es-PE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A3132C0-42D5-E2C7-24DC-6A7F23B7E710}"/>
              </a:ext>
            </a:extLst>
          </p:cNvPr>
          <p:cNvSpPr txBox="1"/>
          <p:nvPr/>
        </p:nvSpPr>
        <p:spPr>
          <a:xfrm>
            <a:off x="740664" y="177522"/>
            <a:ext cx="10607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FF0000"/>
                </a:solidFill>
              </a:rPr>
              <a:t>ADMINISTRACION DE DATOS</a:t>
            </a:r>
          </a:p>
        </p:txBody>
      </p:sp>
    </p:spTree>
    <p:extLst>
      <p:ext uri="{BB962C8B-B14F-4D97-AF65-F5344CB8AC3E}">
        <p14:creationId xmlns:p14="http://schemas.microsoft.com/office/powerpoint/2010/main" val="1558130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A3ECE1E-1608-487A-3A3E-F807AD26897D}"/>
              </a:ext>
            </a:extLst>
          </p:cNvPr>
          <p:cNvSpPr txBox="1"/>
          <p:nvPr/>
        </p:nvSpPr>
        <p:spPr>
          <a:xfrm>
            <a:off x="916686" y="30911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chemeClr val="accent5"/>
                </a:solidFill>
              </a:rPr>
              <a:t>APLICACIÓN DE ESCRITORIO “app”</a:t>
            </a: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195796-2194-20E1-09E8-58B2954E80C1}"/>
              </a:ext>
            </a:extLst>
          </p:cNvPr>
          <p:cNvSpPr txBox="1"/>
          <p:nvPr/>
        </p:nvSpPr>
        <p:spPr>
          <a:xfrm>
            <a:off x="4527012" y="309110"/>
            <a:ext cx="902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Para la </a:t>
            </a: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4AAFF4C-5DEB-6EF8-A367-5A75EC109D33}"/>
              </a:ext>
            </a:extLst>
          </p:cNvPr>
          <p:cNvSpPr txBox="1"/>
          <p:nvPr/>
        </p:nvSpPr>
        <p:spPr>
          <a:xfrm>
            <a:off x="4978321" y="309110"/>
            <a:ext cx="3774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rgbClr val="FF0000"/>
                </a:solidFill>
              </a:rPr>
              <a:t>ADMINISTRACION DE DATOS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353FCB6-CDBE-F782-B9C5-05844A23F028}"/>
              </a:ext>
            </a:extLst>
          </p:cNvPr>
          <p:cNvSpPr txBox="1"/>
          <p:nvPr/>
        </p:nvSpPr>
        <p:spPr>
          <a:xfrm>
            <a:off x="977646" y="678442"/>
            <a:ext cx="8903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00B050"/>
                </a:solidFill>
              </a:rPr>
              <a:t>CON BASE DE DATOS SQL EN LA NUBE </a:t>
            </a:r>
            <a:r>
              <a:rPr lang="es-ES" sz="1800" b="1" dirty="0"/>
              <a:t>para la empresa </a:t>
            </a:r>
            <a:r>
              <a:rPr lang="es-ES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EMPRESA</a:t>
            </a:r>
            <a:r>
              <a:rPr lang="es-E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CHURRUMINOS SAC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3DBDB8F-F314-4812-6B1C-3E0A2F857AF8}"/>
              </a:ext>
            </a:extLst>
          </p:cNvPr>
          <p:cNvSpPr txBox="1"/>
          <p:nvPr/>
        </p:nvSpPr>
        <p:spPr>
          <a:xfrm>
            <a:off x="916686" y="1415534"/>
            <a:ext cx="96903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chemeClr val="accent5"/>
                </a:solidFill>
              </a:rPr>
              <a:t>APLICACIÓN DE ESCRITORIO “app”, </a:t>
            </a:r>
            <a:r>
              <a:rPr lang="es-ES" b="1" dirty="0">
                <a:solidFill>
                  <a:srgbClr val="00B050"/>
                </a:solidFill>
              </a:rPr>
              <a:t>CON BASE DE DATOS SQL </a:t>
            </a:r>
            <a:r>
              <a:rPr lang="es-ES" b="1" dirty="0"/>
              <a:t>para la </a:t>
            </a:r>
            <a:r>
              <a:rPr lang="es-ES" b="1" dirty="0">
                <a:solidFill>
                  <a:srgbClr val="FF0000"/>
                </a:solidFill>
              </a:rPr>
              <a:t>ADMINISTRACION DE DATOS </a:t>
            </a:r>
            <a:r>
              <a:rPr lang="es-ES" b="1" dirty="0"/>
              <a:t>en la </a:t>
            </a:r>
            <a:r>
              <a:rPr lang="es-E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EMPRESA CHURRUMINOS SAC</a:t>
            </a:r>
            <a:endParaRPr lang="es-ES" b="1" dirty="0">
              <a:solidFill>
                <a:srgbClr val="FF0000"/>
              </a:solidFill>
            </a:endParaRPr>
          </a:p>
          <a:p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A1AF7A-61FA-B55E-929F-55FB2E4CA4FA}"/>
              </a:ext>
            </a:extLst>
          </p:cNvPr>
          <p:cNvSpPr txBox="1"/>
          <p:nvPr/>
        </p:nvSpPr>
        <p:spPr>
          <a:xfrm>
            <a:off x="915162" y="2429625"/>
            <a:ext cx="10370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chemeClr val="accent5"/>
                </a:solidFill>
              </a:rPr>
              <a:t>APLICACIÓN DE ESCRITORIO “app”, </a:t>
            </a:r>
            <a:r>
              <a:rPr lang="es-ES" b="1" dirty="0"/>
              <a:t>para la </a:t>
            </a:r>
            <a:r>
              <a:rPr lang="es-E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EMPRESA CHURRUMINOS SAC </a:t>
            </a:r>
            <a:r>
              <a:rPr lang="es-ES" b="1" dirty="0">
                <a:solidFill>
                  <a:srgbClr val="00B050"/>
                </a:solidFill>
              </a:rPr>
              <a:t>CON </a:t>
            </a:r>
            <a:r>
              <a:rPr lang="es-ES" b="1" dirty="0">
                <a:solidFill>
                  <a:srgbClr val="FF0000"/>
                </a:solidFill>
              </a:rPr>
              <a:t>ADMINISTRACION DE </a:t>
            </a:r>
            <a:r>
              <a:rPr lang="es-ES" b="1" dirty="0">
                <a:solidFill>
                  <a:srgbClr val="00B050"/>
                </a:solidFill>
              </a:rPr>
              <a:t>BASE DE DATOS SQLite.</a:t>
            </a:r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581735B-71A9-3884-54B5-8E0E220C35F7}"/>
              </a:ext>
            </a:extLst>
          </p:cNvPr>
          <p:cNvSpPr txBox="1"/>
          <p:nvPr/>
        </p:nvSpPr>
        <p:spPr>
          <a:xfrm>
            <a:off x="915924" y="3351014"/>
            <a:ext cx="9622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ADMINISTRACION DE </a:t>
            </a:r>
            <a:r>
              <a:rPr lang="es-ES" b="1" dirty="0">
                <a:solidFill>
                  <a:srgbClr val="00B050"/>
                </a:solidFill>
              </a:rPr>
              <a:t>BASE DE DATOS SQLite </a:t>
            </a:r>
            <a:r>
              <a:rPr lang="es-ES" b="1" dirty="0"/>
              <a:t>a través </a:t>
            </a:r>
            <a:r>
              <a:rPr lang="es-ES" dirty="0">
                <a:solidFill>
                  <a:schemeClr val="accent5"/>
                </a:solidFill>
              </a:rPr>
              <a:t>APLICACIÓN DE ESCRITORIO “app”, </a:t>
            </a:r>
            <a:r>
              <a:rPr lang="es-ES" b="1" dirty="0"/>
              <a:t>para la </a:t>
            </a:r>
            <a:r>
              <a:rPr lang="es-E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EMPRESA CHURRUMINOS SAC</a:t>
            </a:r>
            <a:r>
              <a:rPr lang="es-ES" b="1" dirty="0">
                <a:solidFill>
                  <a:srgbClr val="00B050"/>
                </a:solidFill>
              </a:rPr>
              <a:t>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47043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5D039A1-4E84-F7AF-BDDC-D6D18747A541}"/>
              </a:ext>
            </a:extLst>
          </p:cNvPr>
          <p:cNvSpPr txBox="1"/>
          <p:nvPr/>
        </p:nvSpPr>
        <p:spPr>
          <a:xfrm>
            <a:off x="489966" y="1446014"/>
            <a:ext cx="96903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/>
              <a:t>APLICACIÓN DE ESCRITORIO “app”, </a:t>
            </a:r>
            <a:r>
              <a:rPr lang="es-ES" dirty="0"/>
              <a:t>CON BASE DE DATOS SQL para la ADMINISTRACION DE DATOS</a:t>
            </a:r>
          </a:p>
          <a:p>
            <a:endParaRPr lang="es-PE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06BFC71-605E-B6D1-9CA7-3E3FACCBD314}"/>
              </a:ext>
            </a:extLst>
          </p:cNvPr>
          <p:cNvSpPr txBox="1"/>
          <p:nvPr/>
        </p:nvSpPr>
        <p:spPr>
          <a:xfrm>
            <a:off x="489966" y="1076682"/>
            <a:ext cx="2258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OBJETIVO GENERAL</a:t>
            </a:r>
            <a:endParaRPr lang="es-PE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30F11B9-8E12-627E-6F5F-63E314CCF8FE}"/>
              </a:ext>
            </a:extLst>
          </p:cNvPr>
          <p:cNvSpPr txBox="1"/>
          <p:nvPr/>
        </p:nvSpPr>
        <p:spPr>
          <a:xfrm>
            <a:off x="489966" y="338018"/>
            <a:ext cx="96903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chemeClr val="accent5"/>
                </a:solidFill>
              </a:rPr>
              <a:t>APLICACIÓN DE ESCRITORIO “app”, </a:t>
            </a:r>
            <a:r>
              <a:rPr lang="es-ES" b="1" dirty="0">
                <a:solidFill>
                  <a:srgbClr val="00B050"/>
                </a:solidFill>
              </a:rPr>
              <a:t>CON BASE DE DATOS SQL </a:t>
            </a:r>
            <a:r>
              <a:rPr lang="es-ES" b="1" dirty="0"/>
              <a:t>para la </a:t>
            </a:r>
            <a:r>
              <a:rPr lang="es-ES" b="1" dirty="0">
                <a:solidFill>
                  <a:srgbClr val="FF0000"/>
                </a:solidFill>
              </a:rPr>
              <a:t>ADMINISTRACION DE DATOS </a:t>
            </a:r>
            <a:r>
              <a:rPr lang="es-ES" b="1" dirty="0"/>
              <a:t>en la </a:t>
            </a:r>
            <a:r>
              <a:rPr lang="es-E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EMPRESA CHURRUMINOS SAC</a:t>
            </a:r>
            <a:endParaRPr lang="es-ES" b="1" dirty="0">
              <a:solidFill>
                <a:srgbClr val="FF0000"/>
              </a:solidFill>
            </a:endParaRPr>
          </a:p>
          <a:p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A3374C-6B0E-7E89-A9C8-096285282F97}"/>
              </a:ext>
            </a:extLst>
          </p:cNvPr>
          <p:cNvSpPr txBox="1"/>
          <p:nvPr/>
        </p:nvSpPr>
        <p:spPr>
          <a:xfrm>
            <a:off x="489965" y="2280642"/>
            <a:ext cx="2548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OBJETIVO ESPECIFICO</a:t>
            </a:r>
            <a:endParaRPr lang="es-PE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889AE49-52BE-F57E-87AA-491DDD4CFDA4}"/>
              </a:ext>
            </a:extLst>
          </p:cNvPr>
          <p:cNvSpPr txBox="1"/>
          <p:nvPr/>
        </p:nvSpPr>
        <p:spPr>
          <a:xfrm>
            <a:off x="726186" y="2745938"/>
            <a:ext cx="96903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/>
              <a:t>-Identificar los tipos de datos, con fechas y organizarlos para su digitalización.</a:t>
            </a:r>
          </a:p>
          <a:p>
            <a:r>
              <a:rPr lang="es-ES" dirty="0"/>
              <a:t>-Implementar una base de datos en NO SQL</a:t>
            </a:r>
          </a:p>
          <a:p>
            <a:r>
              <a:rPr lang="es-ES" dirty="0"/>
              <a:t>-Identificar las Entidades para el ERD.</a:t>
            </a:r>
          </a:p>
          <a:p>
            <a:r>
              <a:rPr lang="es-ES" dirty="0"/>
              <a:t>-Implementar las reglas de negocio.</a:t>
            </a:r>
          </a:p>
          <a:p>
            <a:r>
              <a:rPr lang="es-ES" dirty="0"/>
              <a:t>-Desarrollar el </a:t>
            </a:r>
            <a:r>
              <a:rPr lang="es-ES" dirty="0" err="1"/>
              <a:t>BACKend</a:t>
            </a:r>
            <a:r>
              <a:rPr lang="es-ES" dirty="0"/>
              <a:t> para la conexión con la base de datos</a:t>
            </a:r>
          </a:p>
          <a:p>
            <a:r>
              <a:rPr lang="es-ES" dirty="0"/>
              <a:t>-Elaborar Diagramas de Sistema para la manipulación de datos</a:t>
            </a:r>
          </a:p>
          <a:p>
            <a:r>
              <a:rPr lang="es-ES" dirty="0"/>
              <a:t>-Implementar los niveles de administración y </a:t>
            </a:r>
            <a:r>
              <a:rPr lang="es-ES" dirty="0" err="1"/>
              <a:t>autenticacion</a:t>
            </a:r>
            <a:r>
              <a:rPr lang="es-ES" dirty="0"/>
              <a:t>.</a:t>
            </a:r>
          </a:p>
          <a:p>
            <a:r>
              <a:rPr lang="es-ES" dirty="0"/>
              <a:t>-Planificar pruebas de testeo en la app “</a:t>
            </a:r>
            <a:r>
              <a:rPr lang="es-ES" dirty="0" err="1"/>
              <a:t>churruminos</a:t>
            </a:r>
            <a:r>
              <a:rPr lang="es-ES" dirty="0"/>
              <a:t>”</a:t>
            </a:r>
          </a:p>
          <a:p>
            <a:r>
              <a:rPr lang="es-ES" dirty="0"/>
              <a:t>-Elaborar una guía de usuario y de programador</a:t>
            </a:r>
          </a:p>
          <a:p>
            <a:r>
              <a:rPr lang="es-ES" dirty="0"/>
              <a:t>-Identificar el tipo de tecnología para la implementación del app “</a:t>
            </a:r>
            <a:r>
              <a:rPr lang="es-ES" dirty="0" err="1"/>
              <a:t>churruminos</a:t>
            </a:r>
            <a:r>
              <a:rPr lang="es-ES" dirty="0"/>
              <a:t>”</a:t>
            </a:r>
          </a:p>
          <a:p>
            <a:r>
              <a:rPr lang="es-ES" dirty="0"/>
              <a:t>-Desarrollo de interfaz de usuarios.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460921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275</Words>
  <Application>Microsoft Office PowerPoint</Application>
  <PresentationFormat>Panorámica</PresentationFormat>
  <Paragraphs>30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Instructor</dc:creator>
  <cp:lastModifiedBy>Instructor</cp:lastModifiedBy>
  <cp:revision>1</cp:revision>
  <dcterms:created xsi:type="dcterms:W3CDTF">2025-09-04T19:48:45Z</dcterms:created>
  <dcterms:modified xsi:type="dcterms:W3CDTF">2025-09-04T21:13:38Z</dcterms:modified>
</cp:coreProperties>
</file>